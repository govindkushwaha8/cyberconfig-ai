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84" y="8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Software/Hardware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Detailed explanation of the proposed solution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How it addresses the problem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Innovation and uniqueness of the solution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338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Harman Gahir</cp:lastModifiedBy>
  <cp:revision>148</cp:revision>
  <dcterms:created xsi:type="dcterms:W3CDTF">2013-12-12T18:46:50Z</dcterms:created>
  <dcterms:modified xsi:type="dcterms:W3CDTF">2026-08-18T06:11:48Z</dcterms:modified>
  <cp:category/>
</cp:coreProperties>
</file>